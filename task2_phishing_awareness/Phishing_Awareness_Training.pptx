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3258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PHISHING AWARENESS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463040" y="18745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463040" y="25146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· Resist · Report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463040" y="3063240"/>
            <a:ext cx="6583680" cy="365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63040" y="32461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Task 2  |  CodeAlpha Cyber Security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BAGATHEESHWAR A  ·  CA/DF1/82983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536"/>
          </a:solidFill>
          <a:ln w="12700">
            <a:solidFill>
              <a:srgbClr val="1625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PHISHING?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914400"/>
            <a:ext cx="274320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868680"/>
            <a:ext cx="5120640" cy="1097280"/>
          </a:xfrm>
          <a:prstGeom prst="rect">
            <a:avLst/>
          </a:prstGeom>
          <a:solidFill>
            <a:srgbClr val="162536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9144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 attack where criminals disguise themselves as trusted entities to steal sensitive information — passwords, financial data, or login credentials.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2194560"/>
            <a:ext cx="5120640" cy="594360"/>
          </a:xfrm>
          <a:prstGeom prst="rect">
            <a:avLst/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2677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783080" y="23042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breaches start with phishing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2907792"/>
            <a:ext cx="5120640" cy="594360"/>
          </a:xfrm>
          <a:prstGeom prst="rect">
            <a:avLst/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98094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3.4B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78308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 every day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3621024"/>
            <a:ext cx="5120640" cy="594360"/>
          </a:xfrm>
          <a:prstGeom prst="rect">
            <a:avLst/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6941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$4.76M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783080" y="3730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phishing breach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IBM Cost of a Data Breach 2023, APWG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536"/>
          </a:solidFill>
          <a:ln w="12700">
            <a:solidFill>
              <a:srgbClr val="1625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PHISHING ATTACKS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828800"/>
          </a:xfrm>
          <a:prstGeom prst="rect">
            <a:avLst/>
          </a:prstGeom>
          <a:solidFill>
            <a:srgbClr val="162536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97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Phishing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Mass-sent spoofed emails mimicking banks, services, or HR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868680"/>
            <a:ext cx="4160520" cy="1828800"/>
          </a:xfrm>
          <a:prstGeom prst="rect">
            <a:avLst/>
          </a:prstGeom>
          <a:solidFill>
            <a:srgbClr val="162536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9728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097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Smishing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892040" y="18288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texts with urgent links — fake delivery or prize alerts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74320" y="2926080"/>
            <a:ext cx="4160520" cy="1828800"/>
          </a:xfrm>
          <a:prstGeom prst="rect">
            <a:avLst/>
          </a:prstGeom>
          <a:solidFill>
            <a:srgbClr val="162536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5468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Spear Phishing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57200" y="38862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attacks using personal details to appear legitimate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2926080"/>
            <a:ext cx="4160520" cy="1828800"/>
          </a:xfrm>
          <a:prstGeom prst="rect">
            <a:avLst/>
          </a:prstGeom>
          <a:solidFill>
            <a:srgbClr val="162536"/>
          </a:solidFill>
          <a:ln w="12700">
            <a:solidFill>
              <a:srgbClr val="0077A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5468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6928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Whaling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892040" y="38862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CEO/executive impersonation — high-value targets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536"/>
          </a:solidFill>
          <a:ln w="12700">
            <a:solidFill>
              <a:srgbClr val="1625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FLAGS — SPOT THE THREAT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822960"/>
            <a:ext cx="1371600" cy="1371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05256"/>
            <a:ext cx="347472" cy="3474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77240" y="868680"/>
            <a:ext cx="6583680" cy="457200"/>
          </a:xfrm>
          <a:prstGeom prst="rect">
            <a:avLst/>
          </a:prstGeom>
          <a:solidFill>
            <a:srgbClr val="162536"/>
          </a:solidFill>
          <a:ln w="12700">
            <a:solidFill>
              <a:srgbClr val="3A0A0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68680" y="914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language — 'Your account will be CLOSED in 24h!'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72184"/>
            <a:ext cx="347472" cy="34747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77240" y="1435608"/>
            <a:ext cx="6583680" cy="457200"/>
          </a:xfrm>
          <a:prstGeom prst="rect">
            <a:avLst/>
          </a:prstGeom>
          <a:solidFill>
            <a:srgbClr val="162536"/>
          </a:solidFill>
          <a:ln w="12700">
            <a:solidFill>
              <a:srgbClr val="3A0A0A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868680" y="14813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address doesn't match the displayed name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039112"/>
            <a:ext cx="347472" cy="347472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77240" y="2002536"/>
            <a:ext cx="6583680" cy="457200"/>
          </a:xfrm>
          <a:prstGeom prst="rect">
            <a:avLst/>
          </a:prstGeom>
          <a:solidFill>
            <a:srgbClr val="162536"/>
          </a:solidFill>
          <a:ln w="12700">
            <a:solidFill>
              <a:srgbClr val="3A0A0A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868680" y="204825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shows mismatched or suspicious URL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606040"/>
            <a:ext cx="347472" cy="347472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777240" y="2569464"/>
            <a:ext cx="6583680" cy="457200"/>
          </a:xfrm>
          <a:prstGeom prst="rect">
            <a:avLst/>
          </a:prstGeom>
          <a:solidFill>
            <a:srgbClr val="162536"/>
          </a:solidFill>
          <a:ln w="12700">
            <a:solidFill>
              <a:srgbClr val="3A0A0A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868680" y="26151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— 'Dear Customer' instead of your name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172968"/>
            <a:ext cx="347472" cy="347472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777240" y="3136392"/>
            <a:ext cx="6583680" cy="457200"/>
          </a:xfrm>
          <a:prstGeom prst="rect">
            <a:avLst/>
          </a:prstGeom>
          <a:solidFill>
            <a:srgbClr val="162536"/>
          </a:solidFill>
          <a:ln w="12700">
            <a:solidFill>
              <a:srgbClr val="3A0A0A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868680" y="31821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passwords, OTPs, or card numbers via email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3739896"/>
            <a:ext cx="347472" cy="347472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777240" y="3703320"/>
            <a:ext cx="6583680" cy="457200"/>
          </a:xfrm>
          <a:prstGeom prst="rect">
            <a:avLst/>
          </a:prstGeom>
          <a:solidFill>
            <a:srgbClr val="162536"/>
          </a:solidFill>
          <a:ln w="12700">
            <a:solidFill>
              <a:srgbClr val="3A0A0A"/>
            </a:solidFill>
            <a:prstDash val="solid"/>
          </a:ln>
        </p:spPr>
      </p:sp>
      <p:sp>
        <p:nvSpPr>
          <p:cNvPr id="22" name="Text 13"/>
          <p:cNvSpPr/>
          <p:nvPr/>
        </p:nvSpPr>
        <p:spPr>
          <a:xfrm>
            <a:off x="86868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 — .zip, .exe, .docm files</a:t>
            </a:r>
            <a:endParaRPr lang="en-US" sz="12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4306824"/>
            <a:ext cx="347472" cy="347472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77240" y="4270248"/>
            <a:ext cx="6583680" cy="457200"/>
          </a:xfrm>
          <a:prstGeom prst="rect">
            <a:avLst/>
          </a:prstGeom>
          <a:solidFill>
            <a:srgbClr val="162536"/>
          </a:solidFill>
          <a:ln w="12700">
            <a:solidFill>
              <a:srgbClr val="3A0A0A"/>
            </a:solidFill>
            <a:prstDash val="solid"/>
          </a:ln>
        </p:spPr>
      </p:sp>
      <p:sp>
        <p:nvSpPr>
          <p:cNvPr id="25" name="Text 15"/>
          <p:cNvSpPr/>
          <p:nvPr/>
        </p:nvSpPr>
        <p:spPr>
          <a:xfrm>
            <a:off x="868680" y="43159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spelling and grammar in official-looking email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536"/>
          </a:solidFill>
          <a:ln w="12700">
            <a:solidFill>
              <a:srgbClr val="1625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PHISHING EMAIL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029200" cy="4023360"/>
          </a:xfrm>
          <a:prstGeom prst="rect">
            <a:avLst/>
          </a:prstGeom>
          <a:solidFill>
            <a:srgbClr val="162030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77240"/>
            <a:ext cx="5029200" cy="411480"/>
          </a:xfrm>
          <a:prstGeom prst="rect">
            <a:avLst/>
          </a:prstGeom>
          <a:solidFill>
            <a:srgbClr val="0D2030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955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44752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security-alerts@paypa1.support  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6093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44752" y="16093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you@company.com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95681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44752" y="195681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Confirm Your Identity Now!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359152"/>
            <a:ext cx="4754880" cy="365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688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Customer,
We detected unusual activity on your PayPal account. Click the button below to verify your identity within 24 hours or your account will be permanently suspended.
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71600" y="3749040"/>
            <a:ext cx="246888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749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NOW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1051560"/>
            <a:ext cx="320040" cy="3200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005840"/>
            <a:ext cx="2834640" cy="457200"/>
          </a:xfrm>
          <a:prstGeom prst="rect">
            <a:avLst/>
          </a:prstGeom>
          <a:solidFill>
            <a:srgbClr val="16253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051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Spoofed domain — 'paypa1' not 'paypal'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1874520"/>
            <a:ext cx="320040" cy="3200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874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1828800"/>
            <a:ext cx="2834640" cy="457200"/>
          </a:xfrm>
          <a:prstGeom prst="rect">
            <a:avLst/>
          </a:prstGeom>
          <a:solidFill>
            <a:srgbClr val="162536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panic with urgency + threat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2697480"/>
            <a:ext cx="320040" cy="3200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2651760"/>
            <a:ext cx="2834640" cy="457200"/>
          </a:xfrm>
          <a:prstGeom prst="rect">
            <a:avLst/>
          </a:prstGeom>
          <a:solidFill>
            <a:srgbClr val="162536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— no name used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3520440"/>
            <a:ext cx="320040" cy="3200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80760" y="3474720"/>
            <a:ext cx="2834640" cy="457200"/>
          </a:xfrm>
          <a:prstGeom prst="rect">
            <a:avLst/>
          </a:prstGeom>
          <a:solidFill>
            <a:srgbClr val="16253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520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button — never click!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536"/>
          </a:solidFill>
          <a:ln w="12700">
            <a:solidFill>
              <a:srgbClr val="1625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NUMBERS DON'T LIE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31920" cy="1874520"/>
          </a:xfrm>
          <a:prstGeom prst="rect">
            <a:avLst/>
          </a:prstGeom>
          <a:solidFill>
            <a:srgbClr val="16253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breaches involve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868680"/>
            <a:ext cx="3931920" cy="1874520"/>
          </a:xfrm>
          <a:prstGeom prst="rect">
            <a:avLst/>
          </a:prstGeom>
          <a:solidFill>
            <a:srgbClr val="162536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0972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$17.7M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800600" y="2057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productivity loss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1000 emp.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3931920" cy="1874520"/>
          </a:xfrm>
          <a:prstGeom prst="rect">
            <a:avLst/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2004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0.1%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65760" y="4160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phishing sites use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(not HTTPS)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2971800"/>
            <a:ext cx="3931920" cy="1874520"/>
          </a:xfrm>
          <a:prstGeom prst="rect">
            <a:avLst/>
          </a:prstGeom>
          <a:solidFill>
            <a:srgbClr val="16253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20040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800600" y="4160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faced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in 2023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Verizon DBIR 2023 · Proofpoint State of Phishing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536"/>
          </a:solidFill>
          <a:ln w="12700">
            <a:solidFill>
              <a:srgbClr val="1625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ATTACKERS TARGET YOU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777240" cy="7772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868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155448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OSINT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377440"/>
            <a:ext cx="1554480" cy="1645920"/>
          </a:xfrm>
          <a:prstGeom prst="rect">
            <a:avLst/>
          </a:prstGeom>
          <a:solidFill>
            <a:srgbClr val="162536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4688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LinkedIn, social media, company website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1252728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10972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50592" y="868680"/>
            <a:ext cx="777240" cy="7772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868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039112" y="1828800"/>
            <a:ext cx="155448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39112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39112" y="2377440"/>
            <a:ext cx="1554480" cy="1645920"/>
          </a:xfrm>
          <a:prstGeom prst="rect">
            <a:avLst/>
          </a:prstGeom>
          <a:solidFill>
            <a:srgbClr val="162536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84832" y="24688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believable email matching job / role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93592" y="1252728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3592" y="10972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15384" y="868680"/>
            <a:ext cx="777240" cy="7772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15384" y="868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803904" y="1828800"/>
            <a:ext cx="155448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03904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03904" y="2377440"/>
            <a:ext cx="1554480" cy="1645920"/>
          </a:xfrm>
          <a:prstGeom prst="rect">
            <a:avLst/>
          </a:prstGeom>
          <a:solidFill>
            <a:srgbClr val="162536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9624" y="24688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via spoofed domain or compromised account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58384" y="1252728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58384" y="10972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80176" y="868680"/>
            <a:ext cx="777240" cy="7772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0176" y="868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568696" y="1828800"/>
            <a:ext cx="155448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68696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EXPLOIT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68696" y="2377440"/>
            <a:ext cx="1554480" cy="1645920"/>
          </a:xfrm>
          <a:prstGeom prst="rect">
            <a:avLst/>
          </a:prstGeom>
          <a:solidFill>
            <a:srgbClr val="162536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14416" y="24688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 link or opens attachment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23176" y="1252728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23176" y="10972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744968" y="868680"/>
            <a:ext cx="777240" cy="7772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44968" y="868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333488" y="1828800"/>
            <a:ext cx="155448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33488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HARVEST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33488" y="2377440"/>
            <a:ext cx="1554480" cy="1645920"/>
          </a:xfrm>
          <a:prstGeom prst="rect">
            <a:avLst/>
          </a:prstGeom>
          <a:solidFill>
            <a:srgbClr val="162536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79208" y="24688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stolen, malware installed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536"/>
          </a:solidFill>
          <a:ln w="12700">
            <a:solidFill>
              <a:srgbClr val="1625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 YOURSELF — BEST PRACTICES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144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822960"/>
            <a:ext cx="3840480" cy="640080"/>
          </a:xfrm>
          <a:prstGeom prst="rect">
            <a:avLst/>
          </a:prstGeom>
          <a:solidFill>
            <a:srgbClr val="16253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9144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 address carefully — look for character substitutions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914400"/>
            <a:ext cx="457200" cy="457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40680" y="822960"/>
            <a:ext cx="3840480" cy="640080"/>
          </a:xfrm>
          <a:prstGeom prst="rect">
            <a:avLst/>
          </a:prstGeom>
          <a:solidFill>
            <a:srgbClr val="16253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0" y="9144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before clicking — confirm the real destination URL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938528"/>
            <a:ext cx="457200" cy="4572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68680" y="1847088"/>
            <a:ext cx="3840480" cy="640080"/>
          </a:xfrm>
          <a:prstGeom prst="rect">
            <a:avLst/>
          </a:prstGeom>
          <a:solidFill>
            <a:srgbClr val="16253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914400" y="193852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 on all accounts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938528"/>
            <a:ext cx="457200" cy="4572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440680" y="1847088"/>
            <a:ext cx="3840480" cy="640080"/>
          </a:xfrm>
          <a:prstGeom prst="rect">
            <a:avLst/>
          </a:prstGeom>
          <a:solidFill>
            <a:srgbClr val="16253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5486400" y="193852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call the organisation directly — never use contact info in the email</a:t>
            </a:r>
            <a:endParaRPr lang="en-US" sz="11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962656"/>
            <a:ext cx="457200" cy="4572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868680" y="2871216"/>
            <a:ext cx="3840480" cy="640080"/>
          </a:xfrm>
          <a:prstGeom prst="rect">
            <a:avLst/>
          </a:prstGeom>
          <a:solidFill>
            <a:srgbClr val="16253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914400" y="296265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your IT/Security team immediately</a:t>
            </a:r>
            <a:endParaRPr lang="en-US" sz="11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962656"/>
            <a:ext cx="457200" cy="4572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440680" y="2871216"/>
            <a:ext cx="3840480" cy="640080"/>
          </a:xfrm>
          <a:prstGeom prst="rect">
            <a:avLst/>
          </a:prstGeom>
          <a:solidFill>
            <a:srgbClr val="16253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5486400" y="2962656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browsers and antivirus software updated at all times</a:t>
            </a:r>
            <a:endParaRPr lang="en-US" sz="11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3986784"/>
            <a:ext cx="457200" cy="457200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4663440" y="3895344"/>
            <a:ext cx="4023360" cy="640080"/>
          </a:xfrm>
          <a:prstGeom prst="rect">
            <a:avLst/>
          </a:prstGeom>
          <a:solidFill>
            <a:srgbClr val="16253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15"/>
          <p:cNvSpPr/>
          <p:nvPr/>
        </p:nvSpPr>
        <p:spPr>
          <a:xfrm>
            <a:off x="4709160" y="398678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 — never reuse passwords across sites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536"/>
          </a:solidFill>
          <a:ln w="12700">
            <a:solidFill>
              <a:srgbClr val="1625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YOU'VE BEEN PHISHED — ACT FAST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188720" cy="5943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54480" y="868680"/>
            <a:ext cx="7223760" cy="594360"/>
          </a:xfrm>
          <a:prstGeom prst="rect">
            <a:avLst/>
          </a:prstGeom>
          <a:solidFill>
            <a:srgbClr val="16253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9601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from the network immediately to prevent data spread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73352"/>
            <a:ext cx="1188720" cy="5943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7335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54480" y="1673352"/>
            <a:ext cx="7223760" cy="594360"/>
          </a:xfrm>
          <a:prstGeom prst="rect">
            <a:avLst/>
          </a:prstGeom>
          <a:solidFill>
            <a:srgbClr val="162536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76479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your IT/Security team and direct manager at once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478024"/>
            <a:ext cx="118872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7802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54480" y="2478024"/>
            <a:ext cx="7223760" cy="594360"/>
          </a:xfrm>
          <a:prstGeom prst="rect">
            <a:avLst/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256946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all passwords, especially email and banking accounts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282696"/>
            <a:ext cx="1188720" cy="5943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282696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54480" y="3282696"/>
            <a:ext cx="7223760" cy="594360"/>
          </a:xfrm>
          <a:prstGeom prst="rect">
            <a:avLst/>
          </a:prstGeom>
          <a:solidFill>
            <a:srgbClr val="162536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337413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full antivirus / endpoint scan on all your devices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087368"/>
            <a:ext cx="118872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08736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554480" y="4087368"/>
            <a:ext cx="7223760" cy="594360"/>
          </a:xfrm>
          <a:prstGeom prst="rect">
            <a:avLst/>
          </a:prstGeom>
          <a:solidFill>
            <a:srgbClr val="16253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417880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bank statements and accounts for suspicious activity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Speed matters. Every minute counts when credentials are compromised.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822960"/>
            <a:ext cx="164592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978408"/>
            <a:ext cx="4114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978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6126480" cy="548640"/>
          </a:xfrm>
          <a:prstGeom prst="rect">
            <a:avLst/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005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click — pause, verify, then act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1709928"/>
            <a:ext cx="4114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7240" y="1645920"/>
            <a:ext cx="6126480" cy="548640"/>
          </a:xfrm>
          <a:prstGeom prst="rect">
            <a:avLst/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1737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sender address and URL every single time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74320" y="2441448"/>
            <a:ext cx="4114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2441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77240" y="2377440"/>
            <a:ext cx="6126480" cy="548640"/>
          </a:xfrm>
          <a:prstGeom prst="rect">
            <a:avLst/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2468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is your best safety net — enable it everywhere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74320" y="3172968"/>
            <a:ext cx="4114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77240" y="3108960"/>
            <a:ext cx="6126480" cy="548640"/>
          </a:xfrm>
          <a:prstGeom prst="rect">
            <a:avLst/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3200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anything suspicious — you protect the whole team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74320" y="3904488"/>
            <a:ext cx="41148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3904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77240" y="3840480"/>
            <a:ext cx="6126480" cy="548640"/>
          </a:xfrm>
          <a:prstGeom prst="rect">
            <a:avLst/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3931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ongoing — threats evolve, so must we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2536"/>
          </a:solidFill>
          <a:ln w="12700">
            <a:solidFill>
              <a:srgbClr val="16253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BAGATHEESHWAR A  ·  CA/DF1/82983  ·  CodeAlpha Cyber Security Internship  ·  Task 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BAGATHEESHWAR A</dc:creator>
  <cp:lastModifiedBy>BAGATHEESHWAR A</cp:lastModifiedBy>
  <cp:revision>1</cp:revision>
  <dcterms:created xsi:type="dcterms:W3CDTF">2026-05-23T17:27:41Z</dcterms:created>
  <dcterms:modified xsi:type="dcterms:W3CDTF">2026-05-23T17:27:41Z</dcterms:modified>
</cp:coreProperties>
</file>